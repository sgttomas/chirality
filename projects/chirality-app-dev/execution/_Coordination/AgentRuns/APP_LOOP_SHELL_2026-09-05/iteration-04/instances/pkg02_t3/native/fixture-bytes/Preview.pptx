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T3 Quick Look PPTX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Native slide preview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